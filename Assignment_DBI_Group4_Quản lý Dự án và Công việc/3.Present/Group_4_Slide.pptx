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14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Assignment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EF8D-0D2A-902A-E27F-E6FA0CA0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GIỚI THIỆU THÀNH VIÊN</a:t>
            </a:r>
          </a:p>
        </p:txBody>
      </p:sp>
    </p:spTree>
    <p:extLst>
      <p:ext uri="{BB962C8B-B14F-4D97-AF65-F5344CB8AC3E}">
        <p14:creationId xmlns:p14="http://schemas.microsoft.com/office/powerpoint/2010/main" val="218888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EF8D-0D2A-902A-E27F-E6FA0CA0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 HOẠCH, PHÂN CÔNG </a:t>
            </a:r>
            <a:r>
              <a:rPr lang="en-US" dirty="0" err="1"/>
              <a:t>CÔNG</a:t>
            </a:r>
            <a:r>
              <a:rPr lang="en-US" dirty="0"/>
              <a:t> VIỆC</a:t>
            </a:r>
          </a:p>
        </p:txBody>
      </p:sp>
    </p:spTree>
    <p:extLst>
      <p:ext uri="{BB962C8B-B14F-4D97-AF65-F5344CB8AC3E}">
        <p14:creationId xmlns:p14="http://schemas.microsoft.com/office/powerpoint/2010/main" val="419574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EF8D-0D2A-902A-E27F-E6FA0CA0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QUÁ TRÌNH TRIỂN KHAI</a:t>
            </a:r>
          </a:p>
        </p:txBody>
      </p:sp>
    </p:spTree>
    <p:extLst>
      <p:ext uri="{BB962C8B-B14F-4D97-AF65-F5344CB8AC3E}">
        <p14:creationId xmlns:p14="http://schemas.microsoft.com/office/powerpoint/2010/main" val="129206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EF8D-0D2A-902A-E27F-E6FA0CA0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KẾT QUẢ ĐẠT ĐƯỢC</a:t>
            </a:r>
          </a:p>
        </p:txBody>
      </p:sp>
    </p:spTree>
    <p:extLst>
      <p:ext uri="{BB962C8B-B14F-4D97-AF65-F5344CB8AC3E}">
        <p14:creationId xmlns:p14="http://schemas.microsoft.com/office/powerpoint/2010/main" val="345080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0EF8D-0D2A-902A-E27F-E6FA0CA0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KẾT LUẬN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23933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</Words>
  <Application>Microsoft Office PowerPoint</Application>
  <PresentationFormat>On-screen Show (16:9)</PresentationFormat>
  <Paragraphs>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Assignment</vt:lpstr>
      <vt:lpstr>GIỚI THIỆU THÀNH VIÊN</vt:lpstr>
      <vt:lpstr>KẾ HOẠCH, PHÂN CÔNG CÔNG VIỆC</vt:lpstr>
      <vt:lpstr>QUÁ TRÌNH TRIỂN KHAI</vt:lpstr>
      <vt:lpstr>KẾT QUẢ ĐẠT ĐƯỢC</vt:lpstr>
      <vt:lpstr>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</dc:title>
  <cp:lastModifiedBy>8 Admin</cp:lastModifiedBy>
  <cp:revision>3</cp:revision>
  <dcterms:modified xsi:type="dcterms:W3CDTF">2025-06-02T10:32:54Z</dcterms:modified>
</cp:coreProperties>
</file>